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3726496970bb8605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3726496970bb860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3726496970bb8605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3726496970bb860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3726496970bb8605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3726496970bb860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" y="0"/>
            <a:ext cx="1217846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" y="0"/>
            <a:ext cx="1217846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9" name="Google Shape;119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5778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4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952" y="1189703"/>
            <a:ext cx="9462996" cy="5212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 title="ChatGPT Image Sep 19, 2026, 04_04_3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39" name="Google Shape;139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093677" cy="6862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45" name="Google Shape;14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861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3" title="ChatGPT Image Sep 19, 2026, 03_49_0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" y="0"/>
            <a:ext cx="1218552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58" name="Google Shape;15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044516" cy="677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64" name="Google Shape;164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61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it more clear , it should not be blurry and all the text should be clearly visible" id="169" name="Google Shape;1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4350" y="0"/>
            <a:ext cx="12500700" cy="70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41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